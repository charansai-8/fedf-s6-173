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827CCD-FFE2-4C64-9399-A019212D294D}" v="11" dt="2026-06-18T16:46:20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rrapragadacharansai@gmail.com" userId="bba79a417b21d977" providerId="LiveId" clId="{E76A2F6D-56AF-4C3F-89E4-D17684D15B2C}"/>
    <pc:docChg chg="undo custSel addSld delSld modSld sldOrd">
      <pc:chgData name="yerrapragadacharansai@gmail.com" userId="bba79a417b21d977" providerId="LiveId" clId="{E76A2F6D-56AF-4C3F-89E4-D17684D15B2C}" dt="2026-06-18T16:47:48.892" v="259" actId="12"/>
      <pc:docMkLst>
        <pc:docMk/>
      </pc:docMkLst>
      <pc:sldChg chg="modSp mod">
        <pc:chgData name="yerrapragadacharansai@gmail.com" userId="bba79a417b21d977" providerId="LiveId" clId="{E76A2F6D-56AF-4C3F-89E4-D17684D15B2C}" dt="2026-06-18T16:44:40.029" v="219" actId="12"/>
        <pc:sldMkLst>
          <pc:docMk/>
          <pc:sldMk cId="2529029641" sldId="258"/>
        </pc:sldMkLst>
        <pc:spChg chg="mod">
          <ac:chgData name="yerrapragadacharansai@gmail.com" userId="bba79a417b21d977" providerId="LiveId" clId="{E76A2F6D-56AF-4C3F-89E4-D17684D15B2C}" dt="2026-06-18T16:44:40.029" v="219" actId="12"/>
          <ac:spMkLst>
            <pc:docMk/>
            <pc:sldMk cId="2529029641" sldId="258"/>
            <ac:spMk id="3" creationId="{1F574F38-16A5-6D23-DA59-5E077599F3F8}"/>
          </ac:spMkLst>
        </pc:spChg>
      </pc:sldChg>
      <pc:sldChg chg="modSp mod">
        <pc:chgData name="yerrapragadacharansai@gmail.com" userId="bba79a417b21d977" providerId="LiveId" clId="{E76A2F6D-56AF-4C3F-89E4-D17684D15B2C}" dt="2026-06-18T16:46:45.593" v="242" actId="12"/>
        <pc:sldMkLst>
          <pc:docMk/>
          <pc:sldMk cId="284819923" sldId="259"/>
        </pc:sldMkLst>
        <pc:spChg chg="mod">
          <ac:chgData name="yerrapragadacharansai@gmail.com" userId="bba79a417b21d977" providerId="LiveId" clId="{E76A2F6D-56AF-4C3F-89E4-D17684D15B2C}" dt="2026-06-18T16:46:45.593" v="242" actId="12"/>
          <ac:spMkLst>
            <pc:docMk/>
            <pc:sldMk cId="284819923" sldId="259"/>
            <ac:spMk id="3" creationId="{D2AE008C-32CA-6680-6529-51520EAD6337}"/>
          </ac:spMkLst>
        </pc:spChg>
      </pc:sldChg>
      <pc:sldChg chg="modSp mod">
        <pc:chgData name="yerrapragadacharansai@gmail.com" userId="bba79a417b21d977" providerId="LiveId" clId="{E76A2F6D-56AF-4C3F-89E4-D17684D15B2C}" dt="2026-06-18T16:31:39.497" v="197"/>
        <pc:sldMkLst>
          <pc:docMk/>
          <pc:sldMk cId="1000142830" sldId="262"/>
        </pc:sldMkLst>
        <pc:spChg chg="mod">
          <ac:chgData name="yerrapragadacharansai@gmail.com" userId="bba79a417b21d977" providerId="LiveId" clId="{E76A2F6D-56AF-4C3F-89E4-D17684D15B2C}" dt="2026-06-18T16:31:39.497" v="197"/>
          <ac:spMkLst>
            <pc:docMk/>
            <pc:sldMk cId="1000142830" sldId="262"/>
            <ac:spMk id="3" creationId="{AB8EE932-681C-D3BF-8312-A149C3F65FFC}"/>
          </ac:spMkLst>
        </pc:spChg>
      </pc:sldChg>
      <pc:sldChg chg="modSp mod ord">
        <pc:chgData name="yerrapragadacharansai@gmail.com" userId="bba79a417b21d977" providerId="LiveId" clId="{E76A2F6D-56AF-4C3F-89E4-D17684D15B2C}" dt="2026-06-18T16:47:48.892" v="259" actId="12"/>
        <pc:sldMkLst>
          <pc:docMk/>
          <pc:sldMk cId="3111607205" sldId="266"/>
        </pc:sldMkLst>
        <pc:spChg chg="mod">
          <ac:chgData name="yerrapragadacharansai@gmail.com" userId="bba79a417b21d977" providerId="LiveId" clId="{E76A2F6D-56AF-4C3F-89E4-D17684D15B2C}" dt="2026-06-18T16:47:48.892" v="259" actId="12"/>
          <ac:spMkLst>
            <pc:docMk/>
            <pc:sldMk cId="3111607205" sldId="266"/>
            <ac:spMk id="3" creationId="{F35F6497-288C-CB65-021C-E381B9EFCA48}"/>
          </ac:spMkLst>
        </pc:spChg>
      </pc:sldChg>
      <pc:sldChg chg="modSp new del mod">
        <pc:chgData name="yerrapragadacharansai@gmail.com" userId="bba79a417b21d977" providerId="LiveId" clId="{E76A2F6D-56AF-4C3F-89E4-D17684D15B2C}" dt="2026-06-18T16:26:52.358" v="20" actId="2696"/>
        <pc:sldMkLst>
          <pc:docMk/>
          <pc:sldMk cId="326220689" sldId="267"/>
        </pc:sldMkLst>
        <pc:spChg chg="mod">
          <ac:chgData name="yerrapragadacharansai@gmail.com" userId="bba79a417b21d977" providerId="LiveId" clId="{E76A2F6D-56AF-4C3F-89E4-D17684D15B2C}" dt="2026-06-18T16:25:20.188" v="19" actId="27636"/>
          <ac:spMkLst>
            <pc:docMk/>
            <pc:sldMk cId="326220689" sldId="267"/>
            <ac:spMk id="2" creationId="{594C2753-914F-D416-48C0-E9A0EC99CB19}"/>
          </ac:spMkLst>
        </pc:spChg>
      </pc:sldChg>
      <pc:sldChg chg="new del">
        <pc:chgData name="yerrapragadacharansai@gmail.com" userId="bba79a417b21d977" providerId="LiveId" clId="{E76A2F6D-56AF-4C3F-89E4-D17684D15B2C}" dt="2026-06-18T16:24:53.877" v="1" actId="2696"/>
        <pc:sldMkLst>
          <pc:docMk/>
          <pc:sldMk cId="1159156590" sldId="267"/>
        </pc:sldMkLst>
      </pc:sldChg>
      <pc:sldChg chg="modSp new mod">
        <pc:chgData name="yerrapragadacharansai@gmail.com" userId="bba79a417b21d977" providerId="LiveId" clId="{E76A2F6D-56AF-4C3F-89E4-D17684D15B2C}" dt="2026-06-18T16:28:11.014" v="60" actId="20577"/>
        <pc:sldMkLst>
          <pc:docMk/>
          <pc:sldMk cId="3819168238" sldId="267"/>
        </pc:sldMkLst>
        <pc:spChg chg="mod">
          <ac:chgData name="yerrapragadacharansai@gmail.com" userId="bba79a417b21d977" providerId="LiveId" clId="{E76A2F6D-56AF-4C3F-89E4-D17684D15B2C}" dt="2026-06-18T16:27:17.631" v="44" actId="20577"/>
          <ac:spMkLst>
            <pc:docMk/>
            <pc:sldMk cId="3819168238" sldId="267"/>
            <ac:spMk id="2" creationId="{BD511CA9-C2F7-194E-E952-2E221977DE13}"/>
          </ac:spMkLst>
        </pc:spChg>
        <pc:spChg chg="mod">
          <ac:chgData name="yerrapragadacharansai@gmail.com" userId="bba79a417b21d977" providerId="LiveId" clId="{E76A2F6D-56AF-4C3F-89E4-D17684D15B2C}" dt="2026-06-18T16:28:11.014" v="60" actId="20577"/>
          <ac:spMkLst>
            <pc:docMk/>
            <pc:sldMk cId="3819168238" sldId="267"/>
            <ac:spMk id="3" creationId="{370FEE27-054F-1B75-ECE7-59F3B5BDF0A4}"/>
          </ac:spMkLst>
        </pc:spChg>
      </pc:sldChg>
      <pc:sldChg chg="add del">
        <pc:chgData name="yerrapragadacharansai@gmail.com" userId="bba79a417b21d977" providerId="LiveId" clId="{E76A2F6D-56AF-4C3F-89E4-D17684D15B2C}" dt="2026-06-18T16:25:16.983" v="17" actId="2696"/>
        <pc:sldMkLst>
          <pc:docMk/>
          <pc:sldMk cId="418401254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43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77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48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8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566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5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3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1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21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049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8875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48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2306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40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907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7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5A8E6-D4D5-4F7B-BF88-EA59703238AA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43C89C5-4B32-40E2-B178-924E0E97F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9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34A2-B178-C8BF-E558-E07A651F9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4384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Rescue Link – Ambulance Dispatch And Tracking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B89CB-F034-C9D5-CB37-A25981436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904939"/>
            <a:ext cx="8915399" cy="1998724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/>
              <a:t>   Name: Y. Charan Sai(2520030173)</a:t>
            </a:r>
          </a:p>
          <a:p>
            <a:pPr algn="r"/>
            <a:r>
              <a:rPr lang="en-US" dirty="0"/>
              <a:t>G.B </a:t>
            </a:r>
            <a:r>
              <a:rPr lang="en-US" dirty="0" err="1"/>
              <a:t>Vedaditya</a:t>
            </a:r>
            <a:r>
              <a:rPr lang="en-US" dirty="0"/>
              <a:t>()</a:t>
            </a:r>
          </a:p>
          <a:p>
            <a:pPr algn="r"/>
            <a:r>
              <a:rPr lang="en-US" dirty="0"/>
              <a:t>Guide Name: Dr. </a:t>
            </a:r>
            <a:r>
              <a:rPr lang="en-US" dirty="0" err="1"/>
              <a:t>NirmalaJyothi</a:t>
            </a:r>
            <a:endParaRPr lang="en-US" dirty="0"/>
          </a:p>
          <a:p>
            <a:pPr algn="ctr"/>
            <a:r>
              <a:rPr lang="en-US" dirty="0"/>
              <a:t>                                                                                 Section: 6</a:t>
            </a:r>
          </a:p>
          <a:p>
            <a:pPr algn="ctr"/>
            <a:r>
              <a:rPr lang="en-US" dirty="0"/>
              <a:t>                         </a:t>
            </a:r>
          </a:p>
          <a:p>
            <a:pPr algn="ctr"/>
            <a:r>
              <a:rPr lang="en-US" dirty="0"/>
              <a:t>                    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pic>
        <p:nvPicPr>
          <p:cNvPr id="4" name="Picture 3" descr="MAPS &amp; DIRECTIONS - Best Private University in Telangana &amp; Andhra Pradesh |  KLH Hyderabad">
            <a:extLst>
              <a:ext uri="{FF2B5EF4-FFF2-40B4-BE49-F238E27FC236}">
                <a16:creationId xmlns:a16="http://schemas.microsoft.com/office/drawing/2014/main" id="{EBAB2F15-C549-4BE4-A409-7E5217406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917" y="-622580"/>
            <a:ext cx="3192165" cy="237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1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1756-5E91-86F0-9C41-6C51124E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74F38-16A5-6D23-DA59-5E077599F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3122" y="1905000"/>
            <a:ext cx="8915400" cy="3777622"/>
          </a:xfrm>
        </p:spPr>
        <p:txBody>
          <a:bodyPr/>
          <a:lstStyle/>
          <a:p>
            <a:r>
              <a:rPr lang="en-US" dirty="0"/>
              <a:t>Manual ambulance allocation can cause response delays.</a:t>
            </a:r>
          </a:p>
          <a:p>
            <a:r>
              <a:rPr lang="en-US" dirty="0"/>
              <a:t>Difficult to track emergency incidents efficiently.</a:t>
            </a:r>
          </a:p>
          <a:p>
            <a:r>
              <a:rPr lang="en-US" dirty="0"/>
              <a:t> Poor coordination between ambulances and medical crews.</a:t>
            </a:r>
          </a:p>
          <a:p>
            <a:r>
              <a:rPr lang="en-US" dirty="0"/>
              <a:t>Lack of centralized monitoring and management.</a:t>
            </a:r>
          </a:p>
          <a:p>
            <a:r>
              <a:rPr lang="en-US" dirty="0"/>
              <a:t> Challenges in maintaining ambulance availability records.</a:t>
            </a:r>
          </a:p>
          <a:p>
            <a:r>
              <a:rPr lang="en-US" dirty="0"/>
              <a:t> Need for a system that supports real-time tracking and dispatch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02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A0BA-6912-3B98-E29B-E4A36C43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E008C-32CA-6680-6529-51520EAD6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369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/>
              <a:t>Develop a centralized web-based ambulance management platform.</a:t>
            </a:r>
          </a:p>
          <a:p>
            <a:r>
              <a:rPr lang="en-US" sz="2000" dirty="0"/>
              <a:t> Enable quick registration of emergency incidents.</a:t>
            </a:r>
          </a:p>
          <a:p>
            <a:r>
              <a:rPr lang="en-US" sz="2000" dirty="0"/>
              <a:t>Automate ambulance allocation and crew assignment.</a:t>
            </a:r>
          </a:p>
          <a:p>
            <a:r>
              <a:rPr lang="en-US" sz="2000" dirty="0"/>
              <a:t> Provide real-time tracking of emergency response activities.</a:t>
            </a:r>
          </a:p>
          <a:p>
            <a:r>
              <a:rPr lang="en-US" sz="2000" dirty="0"/>
              <a:t> Maintain incident, fleet, and crew records through a dashboard.</a:t>
            </a:r>
          </a:p>
          <a:p>
            <a:pPr marL="0" indent="0">
              <a:buNone/>
            </a:pPr>
            <a:r>
              <a:rPr lang="en-US" sz="2000" dirty="0"/>
              <a:t> Improve coordination and reduce emergency response delays.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481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57C0-75E8-30D5-BDDB-DDE6B8D8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F167B-5D97-BDFB-6877-6A6E090A9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React.js</a:t>
            </a:r>
          </a:p>
          <a:p>
            <a:r>
              <a:rPr lang="en-US" dirty="0" err="1"/>
              <a:t>LocalStorage</a:t>
            </a:r>
            <a:endParaRPr lang="en-US" dirty="0"/>
          </a:p>
          <a:p>
            <a:r>
              <a:rPr lang="en-US" dirty="0"/>
              <a:t>Bootstrap</a:t>
            </a:r>
          </a:p>
          <a:p>
            <a:r>
              <a:rPr lang="en-US" dirty="0"/>
              <a:t>Html </a:t>
            </a:r>
          </a:p>
          <a:p>
            <a:r>
              <a:rPr lang="en-US" dirty="0"/>
              <a:t>JavaScript</a:t>
            </a:r>
          </a:p>
          <a:p>
            <a:r>
              <a:rPr lang="en-US" dirty="0"/>
              <a:t>Routers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24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6F8B-B3AA-0E5B-91D0-915F15FC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3" name="Picture 2" descr="AI generated image">
            <a:extLst>
              <a:ext uri="{FF2B5EF4-FFF2-40B4-BE49-F238E27FC236}">
                <a16:creationId xmlns:a16="http://schemas.microsoft.com/office/drawing/2014/main" id="{C90B72AA-D6FB-6ABF-11B8-28AED5F1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060" y="1524568"/>
            <a:ext cx="9140253" cy="498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4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B4C5-D447-2206-A451-0EE88370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Implemented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EE932-681C-D3BF-8312-A149C3F65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987" y="1905000"/>
            <a:ext cx="9960625" cy="4328890"/>
          </a:xfrm>
        </p:spPr>
        <p:txBody>
          <a:bodyPr/>
          <a:lstStyle/>
          <a:p>
            <a:r>
              <a:rPr lang="en-US" dirty="0"/>
              <a:t>Dashboard-Shows active , completed incidents and provides quick system overview</a:t>
            </a:r>
          </a:p>
          <a:p>
            <a:r>
              <a:rPr lang="en-US" dirty="0"/>
              <a:t>Dispatch Form-Registers emergency incidents </a:t>
            </a:r>
          </a:p>
          <a:p>
            <a:r>
              <a:rPr lang="en-US" dirty="0"/>
              <a:t>Ambulance Management-Maintains ambulance records and Tracks Availability</a:t>
            </a:r>
          </a:p>
          <a:p>
            <a:r>
              <a:rPr lang="en-US" dirty="0"/>
              <a:t>Crew Assignment-Assigns drivers and paramedics</a:t>
            </a:r>
          </a:p>
          <a:p>
            <a:r>
              <a:rPr lang="en-US" dirty="0"/>
              <a:t>Status Tracker-Updates emergency response stages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14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1CA9-C2F7-194E-E952-2E221977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FEE27-054F-1B75-ECE7-59F3B5BDF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Emergency Incident Registration• Ambulance Allocation</a:t>
            </a:r>
          </a:p>
          <a:p>
            <a:r>
              <a:rPr lang="en-US" dirty="0"/>
              <a:t> Crew Assignment</a:t>
            </a:r>
          </a:p>
          <a:p>
            <a:r>
              <a:rPr lang="en-US" dirty="0"/>
              <a:t> Real-Time Status Tracking</a:t>
            </a:r>
          </a:p>
          <a:p>
            <a:r>
              <a:rPr lang="en-US" dirty="0"/>
              <a:t>Fleet Management</a:t>
            </a:r>
          </a:p>
          <a:p>
            <a:r>
              <a:rPr lang="en-US" dirty="0"/>
              <a:t> Incident Record Maintenance</a:t>
            </a:r>
          </a:p>
          <a:p>
            <a:r>
              <a:rPr lang="en-US" dirty="0"/>
              <a:t> Dashboard Monitoring</a:t>
            </a:r>
          </a:p>
          <a:p>
            <a:r>
              <a:rPr lang="en-US" dirty="0"/>
              <a:t>Local Storage Data Persistence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16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3747-176A-AE82-8245-A7B9BCCE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607DD-E83A-006C-81C9-6630DFD71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2223541"/>
            <a:ext cx="4242590" cy="3778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418AFD-0AE8-26CA-9E70-F2B28CAEA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553" y="2223541"/>
            <a:ext cx="4363059" cy="377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6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458523-1654-C5DA-E353-DBA61C6D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26" y="719528"/>
            <a:ext cx="5351487" cy="5980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3FC5DE-1B2D-4AC5-5DF9-B9290EDD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348" y="831538"/>
            <a:ext cx="4761705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03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9D63F-BF39-2699-008E-83633FCE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60" y="696041"/>
            <a:ext cx="3801005" cy="32613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DE3C97-68FA-1206-29F8-FB8F1027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75" y="865987"/>
            <a:ext cx="4828157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06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83DC-55E3-4DA3-88A7-391EC44C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F6497-288C-CB65-021C-E381B9EFC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 centralized platform for emergency response management.</a:t>
            </a:r>
          </a:p>
          <a:p>
            <a:r>
              <a:rPr lang="en-US" dirty="0"/>
              <a:t> Streamlines ambulance allocation and crew assignment.</a:t>
            </a:r>
          </a:p>
          <a:p>
            <a:r>
              <a:rPr lang="en-US" dirty="0"/>
              <a:t> Enables efficient incident tracking and status monitoring.</a:t>
            </a:r>
          </a:p>
          <a:p>
            <a:r>
              <a:rPr lang="en-US" dirty="0"/>
              <a:t> Improves coordination and reduces response delays. </a:t>
            </a:r>
          </a:p>
          <a:p>
            <a:r>
              <a:rPr lang="en-US" dirty="0"/>
              <a:t>Enhances operational efficiency during emergencies.</a:t>
            </a:r>
          </a:p>
          <a:p>
            <a:r>
              <a:rPr lang="en-US" dirty="0"/>
              <a:t> Demonstrates the effective use of React.js, Bootstrap, and Local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60720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</TotalTime>
  <Words>276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Rescue Link – Ambulance Dispatch And Tracking</vt:lpstr>
      <vt:lpstr>Problem Statement</vt:lpstr>
      <vt:lpstr>Proposed Solution</vt:lpstr>
      <vt:lpstr>Technologies used</vt:lpstr>
      <vt:lpstr>System Architecture</vt:lpstr>
      <vt:lpstr>Modules Implemented</vt:lpstr>
      <vt:lpstr>Key Features </vt:lpstr>
      <vt:lpstr>Code Screenshots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yerrapragadacharansai@gmail.com</dc:creator>
  <cp:lastModifiedBy>yerrapragadacharansai@gmail.com</cp:lastModifiedBy>
  <cp:revision>1</cp:revision>
  <dcterms:created xsi:type="dcterms:W3CDTF">2026-06-18T15:35:34Z</dcterms:created>
  <dcterms:modified xsi:type="dcterms:W3CDTF">2026-06-18T16:47:52Z</dcterms:modified>
</cp:coreProperties>
</file>